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11" r:id="rId1"/>
  </p:sldMasterIdLst>
  <p:sldIdLst>
    <p:sldId id="258" r:id="rId2"/>
    <p:sldId id="264" r:id="rId3"/>
    <p:sldId id="259" r:id="rId4"/>
    <p:sldId id="260" r:id="rId5"/>
    <p:sldId id="261" r:id="rId6"/>
    <p:sldId id="262" r:id="rId7"/>
    <p:sldId id="268" r:id="rId8"/>
    <p:sldId id="265" r:id="rId9"/>
    <p:sldId id="266" r:id="rId10"/>
    <p:sldId id="269" r:id="rId11"/>
    <p:sldId id="270" r:id="rId12"/>
    <p:sldId id="275" r:id="rId13"/>
    <p:sldId id="271" r:id="rId14"/>
    <p:sldId id="272" r:id="rId15"/>
    <p:sldId id="273" r:id="rId16"/>
    <p:sldId id="274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08T10:46:56.08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FD40AD-D38F-4AC4-9D39-FC03D7E525E3}" type="doc">
      <dgm:prSet loTypeId="urn:microsoft.com/office/officeart/2005/8/layout/radial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492103B-34C8-4AAE-9BF8-E698AE8122B3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i="1"/>
            <a:t>Airline Reservation System</a:t>
          </a:r>
        </a:p>
      </dgm:t>
    </dgm:pt>
    <dgm:pt modelId="{4163DB3C-453A-4646-B2AD-9512649CC448}" type="parTrans" cxnId="{1756B6F8-F479-4DB3-A8D3-9627544FE203}">
      <dgm:prSet/>
      <dgm:spPr/>
      <dgm:t>
        <a:bodyPr/>
        <a:lstStyle/>
        <a:p>
          <a:endParaRPr lang="en-US"/>
        </a:p>
      </dgm:t>
    </dgm:pt>
    <dgm:pt modelId="{FB337E68-D499-43DD-9EEE-D6D31F8EB432}" type="sibTrans" cxnId="{1756B6F8-F479-4DB3-A8D3-9627544FE203}">
      <dgm:prSet/>
      <dgm:spPr/>
      <dgm:t>
        <a:bodyPr/>
        <a:lstStyle/>
        <a:p>
          <a:endParaRPr lang="en-US"/>
        </a:p>
      </dgm:t>
    </dgm:pt>
    <dgm:pt modelId="{A132EB7E-43E0-4F4B-A8B3-4609A6704280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i="1"/>
            <a:t>Ticket Management</a:t>
          </a:r>
        </a:p>
      </dgm:t>
    </dgm:pt>
    <dgm:pt modelId="{D100CFE1-087D-4CB9-9826-60A8FB615E57}" type="parTrans" cxnId="{96677B75-71D1-4B80-9445-BD9BDB0C54B4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23DC22F8-DE5E-47C2-BF65-0E396B06C68D}" type="sibTrans" cxnId="{96677B75-71D1-4B80-9445-BD9BDB0C54B4}">
      <dgm:prSet/>
      <dgm:spPr/>
      <dgm:t>
        <a:bodyPr/>
        <a:lstStyle/>
        <a:p>
          <a:endParaRPr lang="en-US"/>
        </a:p>
      </dgm:t>
    </dgm:pt>
    <dgm:pt modelId="{39B8F702-F69E-40F6-BE56-0443B47D0B4F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400" b="1" i="1"/>
            <a:t>System User Management</a:t>
          </a:r>
        </a:p>
      </dgm:t>
    </dgm:pt>
    <dgm:pt modelId="{7FB4B679-67C4-4757-BC56-1D0D7A2DF3DB}" type="parTrans" cxnId="{DF53672C-2C40-46C5-BED2-7E6459FD7BCC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CE7FCDFE-952D-44C3-A12C-F8AB28865A63}" type="sibTrans" cxnId="{DF53672C-2C40-46C5-BED2-7E6459FD7BCC}">
      <dgm:prSet/>
      <dgm:spPr/>
      <dgm:t>
        <a:bodyPr/>
        <a:lstStyle/>
        <a:p>
          <a:endParaRPr lang="en-US"/>
        </a:p>
      </dgm:t>
    </dgm:pt>
    <dgm:pt modelId="{EF5A83E2-490A-4E01-A454-DBBEC185D7D3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i="1"/>
            <a:t>Customer Management</a:t>
          </a:r>
        </a:p>
      </dgm:t>
    </dgm:pt>
    <dgm:pt modelId="{38F9CDDA-8700-4975-A23E-A986457A90A6}" type="parTrans" cxnId="{88640C8D-D345-4B00-ABC3-1D072412A031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AA8097A1-92B5-4999-8E05-7DA8665932B3}" type="sibTrans" cxnId="{88640C8D-D345-4B00-ABC3-1D072412A031}">
      <dgm:prSet/>
      <dgm:spPr/>
      <dgm:t>
        <a:bodyPr/>
        <a:lstStyle/>
        <a:p>
          <a:endParaRPr lang="en-US"/>
        </a:p>
      </dgm:t>
    </dgm:pt>
    <dgm:pt modelId="{A1F3DEE4-311F-4EE5-9409-26ECE47A63DB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i="1" dirty="0"/>
            <a:t>Airline </a:t>
          </a:r>
          <a:r>
            <a:rPr lang="en-US" sz="1600" b="1" i="1" dirty="0" smtClean="0"/>
            <a:t>Management</a:t>
          </a:r>
          <a:endParaRPr lang="en-US" sz="1600" b="1" i="1" dirty="0"/>
        </a:p>
      </dgm:t>
    </dgm:pt>
    <dgm:pt modelId="{43BB4EBE-647B-45F0-BF02-41AA9AE6C07E}" type="parTrans" cxnId="{13AF2444-86BA-4681-AC63-8D9C98D58732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/>
        </a:p>
      </dgm:t>
    </dgm:pt>
    <dgm:pt modelId="{E038C28C-821A-4FA5-B2C2-19F13E8691A7}" type="sibTrans" cxnId="{13AF2444-86BA-4681-AC63-8D9C98D58732}">
      <dgm:prSet/>
      <dgm:spPr/>
      <dgm:t>
        <a:bodyPr/>
        <a:lstStyle/>
        <a:p>
          <a:endParaRPr lang="en-US"/>
        </a:p>
      </dgm:t>
    </dgm:pt>
    <dgm:pt modelId="{AF08B7C0-64D8-4411-AE78-304027036BAB}" type="pres">
      <dgm:prSet presAssocID="{1CFD40AD-D38F-4AC4-9D39-FC03D7E525E3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F4EE670-4B44-4EEB-9E35-66DA79FCCEAE}" type="pres">
      <dgm:prSet presAssocID="{2492103B-34C8-4AAE-9BF8-E698AE8122B3}" presName="centerShape" presStyleLbl="node0" presStyleIdx="0" presStyleCnt="1" custScaleX="112350"/>
      <dgm:spPr/>
      <dgm:t>
        <a:bodyPr/>
        <a:lstStyle/>
        <a:p>
          <a:endParaRPr lang="en-US"/>
        </a:p>
      </dgm:t>
    </dgm:pt>
    <dgm:pt modelId="{6683A7D0-C075-4342-9DEA-CF5BE8F7C1DE}" type="pres">
      <dgm:prSet presAssocID="{D100CFE1-087D-4CB9-9826-60A8FB615E57}" presName="parTrans" presStyleLbl="sibTrans2D1" presStyleIdx="0" presStyleCnt="4"/>
      <dgm:spPr/>
      <dgm:t>
        <a:bodyPr/>
        <a:lstStyle/>
        <a:p>
          <a:endParaRPr lang="en-US"/>
        </a:p>
      </dgm:t>
    </dgm:pt>
    <dgm:pt modelId="{87D4D73E-889E-4DC8-A937-445718A5870D}" type="pres">
      <dgm:prSet presAssocID="{D100CFE1-087D-4CB9-9826-60A8FB615E57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439BD6E1-B809-48D0-98C4-3ED1731673C3}" type="pres">
      <dgm:prSet presAssocID="{A132EB7E-43E0-4F4B-A8B3-4609A6704280}" presName="node" presStyleLbl="node1" presStyleIdx="0" presStyleCnt="4" custScaleX="13217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8A4DFC-D6F5-4A24-B8EE-F28E8348E4AF}" type="pres">
      <dgm:prSet presAssocID="{7FB4B679-67C4-4757-BC56-1D0D7A2DF3DB}" presName="parTrans" presStyleLbl="sibTrans2D1" presStyleIdx="1" presStyleCnt="4"/>
      <dgm:spPr/>
      <dgm:t>
        <a:bodyPr/>
        <a:lstStyle/>
        <a:p>
          <a:endParaRPr lang="en-US"/>
        </a:p>
      </dgm:t>
    </dgm:pt>
    <dgm:pt modelId="{D142303F-8BD0-41EB-997B-D9B4B285C106}" type="pres">
      <dgm:prSet presAssocID="{7FB4B679-67C4-4757-BC56-1D0D7A2DF3DB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65569F92-9205-48FD-BFC3-9C4BB54AC239}" type="pres">
      <dgm:prSet presAssocID="{39B8F702-F69E-40F6-BE56-0443B47D0B4F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41E929-2440-4371-935F-7E6FB0115A01}" type="pres">
      <dgm:prSet presAssocID="{38F9CDDA-8700-4975-A23E-A986457A90A6}" presName="parTrans" presStyleLbl="sibTrans2D1" presStyleIdx="2" presStyleCnt="4"/>
      <dgm:spPr/>
      <dgm:t>
        <a:bodyPr/>
        <a:lstStyle/>
        <a:p>
          <a:endParaRPr lang="en-US"/>
        </a:p>
      </dgm:t>
    </dgm:pt>
    <dgm:pt modelId="{91F7ED72-6914-4E54-B201-78081CB56DB6}" type="pres">
      <dgm:prSet presAssocID="{38F9CDDA-8700-4975-A23E-A986457A90A6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0BD0BDAD-ECDA-47F2-AE54-279C8B0852E0}" type="pres">
      <dgm:prSet presAssocID="{EF5A83E2-490A-4E01-A454-DBBEC185D7D3}" presName="node" presStyleLbl="node1" presStyleIdx="2" presStyleCnt="4" custScaleX="11358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302FE0-247F-4615-A262-0FF4E39BB93F}" type="pres">
      <dgm:prSet presAssocID="{43BB4EBE-647B-45F0-BF02-41AA9AE6C07E}" presName="parTrans" presStyleLbl="sibTrans2D1" presStyleIdx="3" presStyleCnt="4"/>
      <dgm:spPr/>
      <dgm:t>
        <a:bodyPr/>
        <a:lstStyle/>
        <a:p>
          <a:endParaRPr lang="en-US"/>
        </a:p>
      </dgm:t>
    </dgm:pt>
    <dgm:pt modelId="{1E9CD519-8DA5-4B3C-85AD-CA12934BAD70}" type="pres">
      <dgm:prSet presAssocID="{43BB4EBE-647B-45F0-BF02-41AA9AE6C07E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9003FCEE-1260-4D48-8D67-604CF614DEF8}" type="pres">
      <dgm:prSet presAssocID="{A1F3DEE4-311F-4EE5-9409-26ECE47A63DB}" presName="node" presStyleLbl="node1" presStyleIdx="3" presStyleCnt="4" custScaleX="1122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BD9CF1-D05D-42FC-9F5E-DA7807BA74EF}" type="presOf" srcId="{2492103B-34C8-4AAE-9BF8-E698AE8122B3}" destId="{3F4EE670-4B44-4EEB-9E35-66DA79FCCEAE}" srcOrd="0" destOrd="0" presId="urn:microsoft.com/office/officeart/2005/8/layout/radial5"/>
    <dgm:cxn modelId="{935B911C-7470-42AD-AF09-E0F6D2E88961}" type="presOf" srcId="{7FB4B679-67C4-4757-BC56-1D0D7A2DF3DB}" destId="{D142303F-8BD0-41EB-997B-D9B4B285C106}" srcOrd="1" destOrd="0" presId="urn:microsoft.com/office/officeart/2005/8/layout/radial5"/>
    <dgm:cxn modelId="{1756B6F8-F479-4DB3-A8D3-9627544FE203}" srcId="{1CFD40AD-D38F-4AC4-9D39-FC03D7E525E3}" destId="{2492103B-34C8-4AAE-9BF8-E698AE8122B3}" srcOrd="0" destOrd="0" parTransId="{4163DB3C-453A-4646-B2AD-9512649CC448}" sibTransId="{FB337E68-D499-43DD-9EEE-D6D31F8EB432}"/>
    <dgm:cxn modelId="{003439FF-5E5D-43DA-BBF6-40F075BFEE9B}" type="presOf" srcId="{EF5A83E2-490A-4E01-A454-DBBEC185D7D3}" destId="{0BD0BDAD-ECDA-47F2-AE54-279C8B0852E0}" srcOrd="0" destOrd="0" presId="urn:microsoft.com/office/officeart/2005/8/layout/radial5"/>
    <dgm:cxn modelId="{F29DB788-8B6C-4827-9B02-59B45BA93C03}" type="presOf" srcId="{D100CFE1-087D-4CB9-9826-60A8FB615E57}" destId="{6683A7D0-C075-4342-9DEA-CF5BE8F7C1DE}" srcOrd="0" destOrd="0" presId="urn:microsoft.com/office/officeart/2005/8/layout/radial5"/>
    <dgm:cxn modelId="{26CEC817-60F1-4A65-B9D9-FF9335440BF4}" type="presOf" srcId="{A132EB7E-43E0-4F4B-A8B3-4609A6704280}" destId="{439BD6E1-B809-48D0-98C4-3ED1731673C3}" srcOrd="0" destOrd="0" presId="urn:microsoft.com/office/officeart/2005/8/layout/radial5"/>
    <dgm:cxn modelId="{EF63EB6D-FC34-4054-9E51-A4E28E167BCE}" type="presOf" srcId="{38F9CDDA-8700-4975-A23E-A986457A90A6}" destId="{1641E929-2440-4371-935F-7E6FB0115A01}" srcOrd="0" destOrd="0" presId="urn:microsoft.com/office/officeart/2005/8/layout/radial5"/>
    <dgm:cxn modelId="{FB0B3B4D-B36C-49D6-80B2-59291F83260F}" type="presOf" srcId="{A1F3DEE4-311F-4EE5-9409-26ECE47A63DB}" destId="{9003FCEE-1260-4D48-8D67-604CF614DEF8}" srcOrd="0" destOrd="0" presId="urn:microsoft.com/office/officeart/2005/8/layout/radial5"/>
    <dgm:cxn modelId="{C1A61D33-5195-4B87-A327-AAC5250838A0}" type="presOf" srcId="{7FB4B679-67C4-4757-BC56-1D0D7A2DF3DB}" destId="{968A4DFC-D6F5-4A24-B8EE-F28E8348E4AF}" srcOrd="0" destOrd="0" presId="urn:microsoft.com/office/officeart/2005/8/layout/radial5"/>
    <dgm:cxn modelId="{DF53672C-2C40-46C5-BED2-7E6459FD7BCC}" srcId="{2492103B-34C8-4AAE-9BF8-E698AE8122B3}" destId="{39B8F702-F69E-40F6-BE56-0443B47D0B4F}" srcOrd="1" destOrd="0" parTransId="{7FB4B679-67C4-4757-BC56-1D0D7A2DF3DB}" sibTransId="{CE7FCDFE-952D-44C3-A12C-F8AB28865A63}"/>
    <dgm:cxn modelId="{03E9FBD9-6D14-418A-A145-0F11C121628A}" type="presOf" srcId="{38F9CDDA-8700-4975-A23E-A986457A90A6}" destId="{91F7ED72-6914-4E54-B201-78081CB56DB6}" srcOrd="1" destOrd="0" presId="urn:microsoft.com/office/officeart/2005/8/layout/radial5"/>
    <dgm:cxn modelId="{123E3BA5-F863-491F-BDE4-B5256F4987C5}" type="presOf" srcId="{39B8F702-F69E-40F6-BE56-0443B47D0B4F}" destId="{65569F92-9205-48FD-BFC3-9C4BB54AC239}" srcOrd="0" destOrd="0" presId="urn:microsoft.com/office/officeart/2005/8/layout/radial5"/>
    <dgm:cxn modelId="{D6A774DF-A4EE-48D2-85AD-71E39FC0E932}" type="presOf" srcId="{43BB4EBE-647B-45F0-BF02-41AA9AE6C07E}" destId="{0C302FE0-247F-4615-A262-0FF4E39BB93F}" srcOrd="0" destOrd="0" presId="urn:microsoft.com/office/officeart/2005/8/layout/radial5"/>
    <dgm:cxn modelId="{13AF2444-86BA-4681-AC63-8D9C98D58732}" srcId="{2492103B-34C8-4AAE-9BF8-E698AE8122B3}" destId="{A1F3DEE4-311F-4EE5-9409-26ECE47A63DB}" srcOrd="3" destOrd="0" parTransId="{43BB4EBE-647B-45F0-BF02-41AA9AE6C07E}" sibTransId="{E038C28C-821A-4FA5-B2C2-19F13E8691A7}"/>
    <dgm:cxn modelId="{96677B75-71D1-4B80-9445-BD9BDB0C54B4}" srcId="{2492103B-34C8-4AAE-9BF8-E698AE8122B3}" destId="{A132EB7E-43E0-4F4B-A8B3-4609A6704280}" srcOrd="0" destOrd="0" parTransId="{D100CFE1-087D-4CB9-9826-60A8FB615E57}" sibTransId="{23DC22F8-DE5E-47C2-BF65-0E396B06C68D}"/>
    <dgm:cxn modelId="{86D5DE31-9430-48A8-9681-A9BB0B18FECA}" type="presOf" srcId="{D100CFE1-087D-4CB9-9826-60A8FB615E57}" destId="{87D4D73E-889E-4DC8-A937-445718A5870D}" srcOrd="1" destOrd="0" presId="urn:microsoft.com/office/officeart/2005/8/layout/radial5"/>
    <dgm:cxn modelId="{88640C8D-D345-4B00-ABC3-1D072412A031}" srcId="{2492103B-34C8-4AAE-9BF8-E698AE8122B3}" destId="{EF5A83E2-490A-4E01-A454-DBBEC185D7D3}" srcOrd="2" destOrd="0" parTransId="{38F9CDDA-8700-4975-A23E-A986457A90A6}" sibTransId="{AA8097A1-92B5-4999-8E05-7DA8665932B3}"/>
    <dgm:cxn modelId="{38289236-BECF-44E7-9807-4DFBBD7C5362}" type="presOf" srcId="{1CFD40AD-D38F-4AC4-9D39-FC03D7E525E3}" destId="{AF08B7C0-64D8-4411-AE78-304027036BAB}" srcOrd="0" destOrd="0" presId="urn:microsoft.com/office/officeart/2005/8/layout/radial5"/>
    <dgm:cxn modelId="{F50FA7A5-D4C1-4339-81A3-D70BBF7F14C8}" type="presOf" srcId="{43BB4EBE-647B-45F0-BF02-41AA9AE6C07E}" destId="{1E9CD519-8DA5-4B3C-85AD-CA12934BAD70}" srcOrd="1" destOrd="0" presId="urn:microsoft.com/office/officeart/2005/8/layout/radial5"/>
    <dgm:cxn modelId="{E2566844-36EF-46A3-82F1-AF48FC0FAF8A}" type="presParOf" srcId="{AF08B7C0-64D8-4411-AE78-304027036BAB}" destId="{3F4EE670-4B44-4EEB-9E35-66DA79FCCEAE}" srcOrd="0" destOrd="0" presId="urn:microsoft.com/office/officeart/2005/8/layout/radial5"/>
    <dgm:cxn modelId="{32334901-77E9-4C40-91B1-8A7553863F22}" type="presParOf" srcId="{AF08B7C0-64D8-4411-AE78-304027036BAB}" destId="{6683A7D0-C075-4342-9DEA-CF5BE8F7C1DE}" srcOrd="1" destOrd="0" presId="urn:microsoft.com/office/officeart/2005/8/layout/radial5"/>
    <dgm:cxn modelId="{622BDDE8-BAE3-4B74-8423-D89E2BCAB4C9}" type="presParOf" srcId="{6683A7D0-C075-4342-9DEA-CF5BE8F7C1DE}" destId="{87D4D73E-889E-4DC8-A937-445718A5870D}" srcOrd="0" destOrd="0" presId="urn:microsoft.com/office/officeart/2005/8/layout/radial5"/>
    <dgm:cxn modelId="{4F7EB469-6D1E-4031-8FE3-56FCF55D86B3}" type="presParOf" srcId="{AF08B7C0-64D8-4411-AE78-304027036BAB}" destId="{439BD6E1-B809-48D0-98C4-3ED1731673C3}" srcOrd="2" destOrd="0" presId="urn:microsoft.com/office/officeart/2005/8/layout/radial5"/>
    <dgm:cxn modelId="{6515AC43-CD4A-4D1A-A54D-12B218FA5722}" type="presParOf" srcId="{AF08B7C0-64D8-4411-AE78-304027036BAB}" destId="{968A4DFC-D6F5-4A24-B8EE-F28E8348E4AF}" srcOrd="3" destOrd="0" presId="urn:microsoft.com/office/officeart/2005/8/layout/radial5"/>
    <dgm:cxn modelId="{667E7463-B7F1-423C-9A95-496D7BFE9DED}" type="presParOf" srcId="{968A4DFC-D6F5-4A24-B8EE-F28E8348E4AF}" destId="{D142303F-8BD0-41EB-997B-D9B4B285C106}" srcOrd="0" destOrd="0" presId="urn:microsoft.com/office/officeart/2005/8/layout/radial5"/>
    <dgm:cxn modelId="{D4363A82-9290-4309-9CE8-D1C63ADE4174}" type="presParOf" srcId="{AF08B7C0-64D8-4411-AE78-304027036BAB}" destId="{65569F92-9205-48FD-BFC3-9C4BB54AC239}" srcOrd="4" destOrd="0" presId="urn:microsoft.com/office/officeart/2005/8/layout/radial5"/>
    <dgm:cxn modelId="{342C08C2-B7A1-4B2F-A973-12BD06372049}" type="presParOf" srcId="{AF08B7C0-64D8-4411-AE78-304027036BAB}" destId="{1641E929-2440-4371-935F-7E6FB0115A01}" srcOrd="5" destOrd="0" presId="urn:microsoft.com/office/officeart/2005/8/layout/radial5"/>
    <dgm:cxn modelId="{A81E35F0-6436-421B-B39C-08F3E0E1A429}" type="presParOf" srcId="{1641E929-2440-4371-935F-7E6FB0115A01}" destId="{91F7ED72-6914-4E54-B201-78081CB56DB6}" srcOrd="0" destOrd="0" presId="urn:microsoft.com/office/officeart/2005/8/layout/radial5"/>
    <dgm:cxn modelId="{0300F28A-0E6A-4AF0-8324-EF38085FFA73}" type="presParOf" srcId="{AF08B7C0-64D8-4411-AE78-304027036BAB}" destId="{0BD0BDAD-ECDA-47F2-AE54-279C8B0852E0}" srcOrd="6" destOrd="0" presId="urn:microsoft.com/office/officeart/2005/8/layout/radial5"/>
    <dgm:cxn modelId="{7A98CBA7-5752-429C-AE54-AD84D5E960E3}" type="presParOf" srcId="{AF08B7C0-64D8-4411-AE78-304027036BAB}" destId="{0C302FE0-247F-4615-A262-0FF4E39BB93F}" srcOrd="7" destOrd="0" presId="urn:microsoft.com/office/officeart/2005/8/layout/radial5"/>
    <dgm:cxn modelId="{26F817CC-F7B9-41C5-AC84-2524841DA164}" type="presParOf" srcId="{0C302FE0-247F-4615-A262-0FF4E39BB93F}" destId="{1E9CD519-8DA5-4B3C-85AD-CA12934BAD70}" srcOrd="0" destOrd="0" presId="urn:microsoft.com/office/officeart/2005/8/layout/radial5"/>
    <dgm:cxn modelId="{EFB67557-E720-48CA-9462-B3C476D5CDBF}" type="presParOf" srcId="{AF08B7C0-64D8-4411-AE78-304027036BAB}" destId="{9003FCEE-1260-4D48-8D67-604CF614DEF8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4EE670-4B44-4EEB-9E35-66DA79FCCEAE}">
      <dsp:nvSpPr>
        <dsp:cNvPr id="0" name=""/>
        <dsp:cNvSpPr/>
      </dsp:nvSpPr>
      <dsp:spPr>
        <a:xfrm>
          <a:off x="2073466" y="2092626"/>
          <a:ext cx="1675866" cy="1491647"/>
        </a:xfrm>
        <a:prstGeom prst="ellipse">
          <a:avLst/>
        </a:prstGeom>
        <a:solidFill>
          <a:schemeClr val="lt1"/>
        </a:solidFill>
        <a:ln w="15875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i="1" kern="1200"/>
            <a:t>Airline Reservation System</a:t>
          </a:r>
        </a:p>
      </dsp:txBody>
      <dsp:txXfrm>
        <a:off x="2318891" y="2311073"/>
        <a:ext cx="1185016" cy="1054753"/>
      </dsp:txXfrm>
    </dsp:sp>
    <dsp:sp modelId="{6683A7D0-C075-4342-9DEA-CF5BE8F7C1DE}">
      <dsp:nvSpPr>
        <dsp:cNvPr id="0" name=""/>
        <dsp:cNvSpPr/>
      </dsp:nvSpPr>
      <dsp:spPr>
        <a:xfrm rot="16200000">
          <a:off x="2752953" y="1549059"/>
          <a:ext cx="316892" cy="507160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5875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2800487" y="1698025"/>
        <a:ext cx="221824" cy="304296"/>
      </dsp:txXfrm>
    </dsp:sp>
    <dsp:sp modelId="{439BD6E1-B809-48D0-98C4-3ED1731673C3}">
      <dsp:nvSpPr>
        <dsp:cNvPr id="0" name=""/>
        <dsp:cNvSpPr/>
      </dsp:nvSpPr>
      <dsp:spPr>
        <a:xfrm>
          <a:off x="1925591" y="3067"/>
          <a:ext cx="1971615" cy="1491647"/>
        </a:xfrm>
        <a:prstGeom prst="ellipse">
          <a:avLst/>
        </a:prstGeom>
        <a:solidFill>
          <a:schemeClr val="lt1"/>
        </a:solidFill>
        <a:ln w="15875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i="1" kern="1200"/>
            <a:t>Ticket Management</a:t>
          </a:r>
        </a:p>
      </dsp:txBody>
      <dsp:txXfrm>
        <a:off x="2214327" y="221514"/>
        <a:ext cx="1394143" cy="1054753"/>
      </dsp:txXfrm>
    </dsp:sp>
    <dsp:sp modelId="{968A4DFC-D6F5-4A24-B8EE-F28E8348E4AF}">
      <dsp:nvSpPr>
        <dsp:cNvPr id="0" name=""/>
        <dsp:cNvSpPr/>
      </dsp:nvSpPr>
      <dsp:spPr>
        <a:xfrm>
          <a:off x="3860608" y="2584869"/>
          <a:ext cx="268074" cy="507160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5875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3860608" y="2686301"/>
        <a:ext cx="187652" cy="304296"/>
      </dsp:txXfrm>
    </dsp:sp>
    <dsp:sp modelId="{65569F92-9205-48FD-BFC3-9C4BB54AC239}">
      <dsp:nvSpPr>
        <dsp:cNvPr id="0" name=""/>
        <dsp:cNvSpPr/>
      </dsp:nvSpPr>
      <dsp:spPr>
        <a:xfrm>
          <a:off x="4255133" y="2092626"/>
          <a:ext cx="1491647" cy="1491647"/>
        </a:xfrm>
        <a:prstGeom prst="ellipse">
          <a:avLst/>
        </a:prstGeom>
        <a:solidFill>
          <a:schemeClr val="lt1"/>
        </a:solidFill>
        <a:ln w="15875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1" kern="1200"/>
            <a:t>System User Management</a:t>
          </a:r>
        </a:p>
      </dsp:txBody>
      <dsp:txXfrm>
        <a:off x="4473580" y="2311073"/>
        <a:ext cx="1054753" cy="1054753"/>
      </dsp:txXfrm>
    </dsp:sp>
    <dsp:sp modelId="{1641E929-2440-4371-935F-7E6FB0115A01}">
      <dsp:nvSpPr>
        <dsp:cNvPr id="0" name=""/>
        <dsp:cNvSpPr/>
      </dsp:nvSpPr>
      <dsp:spPr>
        <a:xfrm rot="5400000">
          <a:off x="2752953" y="3620680"/>
          <a:ext cx="316892" cy="507160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5875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2800487" y="3674578"/>
        <a:ext cx="221824" cy="304296"/>
      </dsp:txXfrm>
    </dsp:sp>
    <dsp:sp modelId="{0BD0BDAD-ECDA-47F2-AE54-279C8B0852E0}">
      <dsp:nvSpPr>
        <dsp:cNvPr id="0" name=""/>
        <dsp:cNvSpPr/>
      </dsp:nvSpPr>
      <dsp:spPr>
        <a:xfrm>
          <a:off x="2064285" y="4182184"/>
          <a:ext cx="1694228" cy="1491647"/>
        </a:xfrm>
        <a:prstGeom prst="ellipse">
          <a:avLst/>
        </a:prstGeom>
        <a:solidFill>
          <a:schemeClr val="lt1"/>
        </a:solidFill>
        <a:ln w="15875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i="1" kern="1200"/>
            <a:t>Customer Management</a:t>
          </a:r>
        </a:p>
      </dsp:txBody>
      <dsp:txXfrm>
        <a:off x="2312399" y="4400631"/>
        <a:ext cx="1198000" cy="1054753"/>
      </dsp:txXfrm>
    </dsp:sp>
    <dsp:sp modelId="{0C302FE0-247F-4615-A262-0FF4E39BB93F}">
      <dsp:nvSpPr>
        <dsp:cNvPr id="0" name=""/>
        <dsp:cNvSpPr/>
      </dsp:nvSpPr>
      <dsp:spPr>
        <a:xfrm rot="10800000">
          <a:off x="1762581" y="2584869"/>
          <a:ext cx="219691" cy="507160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5875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 rot="10800000">
        <a:off x="1828488" y="2686301"/>
        <a:ext cx="153784" cy="304296"/>
      </dsp:txXfrm>
    </dsp:sp>
    <dsp:sp modelId="{9003FCEE-1260-4D48-8D67-604CF614DEF8}">
      <dsp:nvSpPr>
        <dsp:cNvPr id="0" name=""/>
        <dsp:cNvSpPr/>
      </dsp:nvSpPr>
      <dsp:spPr>
        <a:xfrm>
          <a:off x="-15271" y="2092626"/>
          <a:ext cx="1674225" cy="1491647"/>
        </a:xfrm>
        <a:prstGeom prst="ellipse">
          <a:avLst/>
        </a:prstGeom>
        <a:solidFill>
          <a:schemeClr val="lt1"/>
        </a:solidFill>
        <a:ln w="15875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i="1" kern="1200" dirty="0"/>
            <a:t>Airline </a:t>
          </a:r>
          <a:r>
            <a:rPr lang="en-US" sz="1600" b="1" i="1" kern="1200" dirty="0" smtClean="0"/>
            <a:t>Management</a:t>
          </a:r>
          <a:endParaRPr lang="en-US" sz="1600" b="1" i="1" kern="1200" dirty="0"/>
        </a:p>
      </dsp:txBody>
      <dsp:txXfrm>
        <a:off x="229914" y="2311073"/>
        <a:ext cx="1183855" cy="1054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100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45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48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67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83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83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19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287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51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30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31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115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640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707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796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1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6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CFA7E-5CA4-46C6-B155-09BEDDEAE94C}" type="datetimeFigureOut">
              <a:rPr lang="en-IN" smtClean="0"/>
              <a:t>21-03-2025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23295-7A0A-4F26-993C-962D7FCD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5198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12" r:id="rId1"/>
    <p:sldLayoutId id="2147484213" r:id="rId2"/>
    <p:sldLayoutId id="2147484214" r:id="rId3"/>
    <p:sldLayoutId id="2147484215" r:id="rId4"/>
    <p:sldLayoutId id="2147484216" r:id="rId5"/>
    <p:sldLayoutId id="2147484217" r:id="rId6"/>
    <p:sldLayoutId id="2147484218" r:id="rId7"/>
    <p:sldLayoutId id="2147484219" r:id="rId8"/>
    <p:sldLayoutId id="2147484220" r:id="rId9"/>
    <p:sldLayoutId id="2147484221" r:id="rId10"/>
    <p:sldLayoutId id="2147484222" r:id="rId11"/>
    <p:sldLayoutId id="2147484223" r:id="rId12"/>
    <p:sldLayoutId id="2147484224" r:id="rId13"/>
    <p:sldLayoutId id="2147484225" r:id="rId14"/>
    <p:sldLayoutId id="2147484226" r:id="rId15"/>
    <p:sldLayoutId id="2147484227" r:id="rId16"/>
    <p:sldLayoutId id="214748422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0063" y="510365"/>
            <a:ext cx="8718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FF0000"/>
                </a:solidFill>
              </a:rPr>
              <a:t>   </a:t>
            </a:r>
            <a:r>
              <a:rPr lang="en-IN" sz="4800" b="1" i="1" u="sng" dirty="0">
                <a:solidFill>
                  <a:srgbClr val="FF0000"/>
                </a:solidFill>
              </a:rPr>
              <a:t>Airline Reservation Systems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48" y="616688"/>
            <a:ext cx="10738882" cy="56458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89296" y="884992"/>
            <a:ext cx="8240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i="1" u="sng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Airline Reservation Systems</a:t>
            </a:r>
            <a:endParaRPr lang="en-IN" sz="4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8543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4763" y="808076"/>
            <a:ext cx="987764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Group Member:-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 smtClean="0">
                <a:solidFill>
                  <a:schemeClr val="bg1"/>
                </a:solidFill>
              </a:rPr>
              <a:t>Kadam Rutuja Balasaheb (71209)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 smtClean="0">
                <a:solidFill>
                  <a:schemeClr val="bg1"/>
                </a:solidFill>
              </a:rPr>
              <a:t>Bhapkar Mitali Yogesh(71208)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 smtClean="0">
                <a:solidFill>
                  <a:schemeClr val="bg1"/>
                </a:solidFill>
              </a:rPr>
              <a:t>Chavan Tejasvi Maruti(71214)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b="1" dirty="0">
              <a:solidFill>
                <a:schemeClr val="bg1"/>
              </a:solidFill>
            </a:endParaRPr>
          </a:p>
          <a:p>
            <a:endParaRPr lang="en-US" sz="3200" b="1" dirty="0"/>
          </a:p>
          <a:p>
            <a:endParaRPr lang="en-US" sz="3200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499191" y="3997842"/>
            <a:ext cx="679420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chemeClr val="bg1"/>
                </a:solidFill>
              </a:rPr>
              <a:t>Project Guide</a:t>
            </a:r>
            <a:r>
              <a:rPr lang="en-US" sz="3200" b="1" i="1" u="sng" dirty="0" smtClean="0">
                <a:solidFill>
                  <a:schemeClr val="bg1"/>
                </a:solidFill>
              </a:rPr>
              <a:t>:-</a:t>
            </a:r>
          </a:p>
          <a:p>
            <a:endParaRPr lang="en-US" sz="1200" b="1" i="1" u="sng" dirty="0" smtClean="0">
              <a:solidFill>
                <a:schemeClr val="bg1"/>
              </a:solidFill>
            </a:endParaRPr>
          </a:p>
          <a:p>
            <a:r>
              <a:rPr lang="en-US" sz="3200" b="1" i="1" u="sng" dirty="0" smtClean="0">
                <a:solidFill>
                  <a:schemeClr val="bg1"/>
                </a:solidFill>
              </a:rPr>
              <a:t>Ms. Buchade Manali R.</a:t>
            </a:r>
            <a:endParaRPr lang="en-US" sz="3200" b="1" i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6115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01880" y="695597"/>
            <a:ext cx="11695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 smtClean="0">
                <a:solidFill>
                  <a:schemeClr val="bg1"/>
                </a:solidFill>
              </a:rPr>
              <a:t>Introduction</a:t>
            </a:r>
            <a:endParaRPr lang="en-IN" sz="4400" b="1" u="sng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09057" y="2024743"/>
            <a:ext cx="9056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230085" y="1698171"/>
            <a:ext cx="100148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bg1"/>
                </a:solidFill>
              </a:rPr>
              <a:t>The “</a:t>
            </a:r>
            <a:r>
              <a:rPr lang="en-US" sz="2800" b="1" u="sng" dirty="0" smtClean="0">
                <a:solidFill>
                  <a:schemeClr val="bg1"/>
                </a:solidFill>
              </a:rPr>
              <a:t>Airline Reservation System</a:t>
            </a:r>
            <a:r>
              <a:rPr lang="en-US" sz="2800" dirty="0" smtClean="0">
                <a:solidFill>
                  <a:schemeClr val="bg1"/>
                </a:solidFill>
              </a:rPr>
              <a:t>” main aim is to provide the online ticket &amp; seat reservation of National and International Flights and also given us the information about Flight departures.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bg1"/>
                </a:solidFill>
              </a:rPr>
              <a:t>It helps the customers to search the availability off fights ,book and cancel the tickets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bg1"/>
                </a:solidFill>
              </a:rPr>
              <a:t>This project also covers adding ,deleting or modifying the customer details and flights.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bg1"/>
                </a:solidFill>
              </a:rPr>
              <a:t>In General ,this website would be designed to perform like any other airline ticketing website available online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44719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7180" y="789088"/>
            <a:ext cx="9909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>
                <a:solidFill>
                  <a:schemeClr val="bg1"/>
                </a:solidFill>
              </a:rPr>
              <a:t>Objectives</a:t>
            </a:r>
            <a:endParaRPr lang="en-IN" sz="4000" b="1" u="sng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2743" y="1774371"/>
            <a:ext cx="100910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bg1"/>
                </a:solidFill>
              </a:rPr>
              <a:t>To create a portal to add new flights in the system . Also to on filling flight details like flight name ,code from  and to destinations ,capacity timings , and  frequency etc. new flights get successfully added to the system.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bg1"/>
                </a:solidFill>
              </a:rPr>
              <a:t>To make proper search results of flight details , timings and availability  and make sure that users can successfully select single or more than one seat.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bg1"/>
                </a:solidFill>
              </a:rPr>
              <a:t>To add features like selecting seats, entering passenger details and making payment the selected  seats get booked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9241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16278" y="723014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>
                <a:solidFill>
                  <a:schemeClr val="bg1"/>
                </a:solidFill>
              </a:rPr>
              <a:t>Goals</a:t>
            </a:r>
            <a:endParaRPr lang="en-IN" sz="4000" b="1" u="sng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3515" y="1621972"/>
            <a:ext cx="103305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dirty="0" smtClean="0">
                <a:solidFill>
                  <a:schemeClr val="bg1"/>
                </a:solidFill>
              </a:rPr>
              <a:t>It aims to increase customer’s and airline agencies ’ relationships through the user  of “Airline Reservation System” and make convenient for customers to book flights.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dirty="0" smtClean="0">
                <a:solidFill>
                  <a:schemeClr val="bg1"/>
                </a:solidFill>
              </a:rPr>
              <a:t>To increase the number of valuable customer and also improve the brand image of company.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01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9227" y="701748"/>
            <a:ext cx="10090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>
                <a:solidFill>
                  <a:schemeClr val="bg1"/>
                </a:solidFill>
              </a:rPr>
              <a:t>Proposed System</a:t>
            </a:r>
            <a:endParaRPr lang="en-IN" sz="4000" b="1" u="sng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7686" y="1567543"/>
            <a:ext cx="10287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200" dirty="0" smtClean="0">
                <a:solidFill>
                  <a:schemeClr val="bg1"/>
                </a:solidFill>
              </a:rPr>
              <a:t>The System contain various pages regarding the flight Management :-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smtClean="0">
                <a:solidFill>
                  <a:schemeClr val="bg1"/>
                </a:solidFill>
              </a:rPr>
              <a:t>Main and login page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smtClean="0">
                <a:solidFill>
                  <a:schemeClr val="bg1"/>
                </a:solidFill>
              </a:rPr>
              <a:t>Ticket booking page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smtClean="0">
                <a:solidFill>
                  <a:schemeClr val="bg1"/>
                </a:solidFill>
              </a:rPr>
              <a:t>Registration screen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smtClean="0">
                <a:solidFill>
                  <a:schemeClr val="bg1"/>
                </a:solidFill>
              </a:rPr>
              <a:t>Administration page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smtClean="0">
                <a:solidFill>
                  <a:schemeClr val="bg1"/>
                </a:solidFill>
              </a:rPr>
              <a:t>Ticket cancellation page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smtClean="0">
                <a:solidFill>
                  <a:schemeClr val="bg1"/>
                </a:solidFill>
              </a:rPr>
              <a:t>Flight details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smtClean="0">
                <a:solidFill>
                  <a:schemeClr val="bg1"/>
                </a:solidFill>
              </a:rPr>
              <a:t>Ticket conformation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9153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4616" y="191387"/>
            <a:ext cx="2629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chemeClr val="bg1"/>
                </a:solidFill>
              </a:rPr>
              <a:t>ER</a:t>
            </a:r>
            <a:r>
              <a:rPr lang="en-US" sz="2800" b="1" dirty="0" smtClean="0">
                <a:solidFill>
                  <a:schemeClr val="bg1"/>
                </a:solidFill>
              </a:rPr>
              <a:t>-</a:t>
            </a:r>
            <a:r>
              <a:rPr lang="en-US" sz="2800" b="1" u="sn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Diagram:-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48130" y="1605848"/>
            <a:ext cx="1116419" cy="4359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Flight</a:t>
            </a:r>
            <a:endParaRPr lang="en-IN" dirty="0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1606353" y="1222967"/>
            <a:ext cx="70857" cy="382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56107" y="830694"/>
            <a:ext cx="1297172" cy="3827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US" dirty="0" smtClean="0"/>
              <a:t>_id</a:t>
            </a:r>
            <a:endParaRPr lang="en-IN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227122" y="1213466"/>
            <a:ext cx="188995" cy="418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114283" y="811847"/>
            <a:ext cx="1181809" cy="47580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</a:t>
            </a:r>
            <a:r>
              <a:rPr lang="en-US" sz="1600" dirty="0" smtClean="0">
                <a:solidFill>
                  <a:schemeClr val="bg1"/>
                </a:solidFill>
              </a:rPr>
              <a:t>_name</a:t>
            </a:r>
            <a:endParaRPr lang="en-IN" sz="160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337836" y="1616766"/>
            <a:ext cx="421313" cy="19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707848" y="1318093"/>
            <a:ext cx="1158949" cy="3621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f_time</a:t>
            </a:r>
            <a:endParaRPr lang="en-IN" dirty="0"/>
          </a:p>
        </p:txBody>
      </p:sp>
      <p:cxnSp>
        <p:nvCxnSpPr>
          <p:cNvPr id="18" name="Straight Arrow Connector 17"/>
          <p:cNvCxnSpPr>
            <a:endCxn id="19" idx="1"/>
          </p:cNvCxnSpPr>
          <p:nvPr/>
        </p:nvCxnSpPr>
        <p:spPr>
          <a:xfrm>
            <a:off x="2329076" y="1940494"/>
            <a:ext cx="581983" cy="350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726445" y="2229084"/>
            <a:ext cx="1260623" cy="4199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B_price</a:t>
            </a:r>
            <a:endParaRPr lang="en-IN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319691" y="2032205"/>
            <a:ext cx="9385" cy="613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913196" y="2618281"/>
            <a:ext cx="1270592" cy="457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r>
              <a:rPr lang="en-US" dirty="0" smtClean="0"/>
              <a:t>_price</a:t>
            </a:r>
            <a:endParaRPr lang="en-IN" dirty="0"/>
          </a:p>
        </p:txBody>
      </p:sp>
      <p:cxnSp>
        <p:nvCxnSpPr>
          <p:cNvPr id="24" name="Straight Arrow Connector 23"/>
          <p:cNvCxnSpPr>
            <a:endCxn id="25" idx="0"/>
          </p:cNvCxnSpPr>
          <p:nvPr/>
        </p:nvCxnSpPr>
        <p:spPr>
          <a:xfrm flipH="1">
            <a:off x="1337383" y="2043869"/>
            <a:ext cx="468956" cy="730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70854" y="2774695"/>
            <a:ext cx="1333058" cy="4264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US" dirty="0" smtClean="0"/>
              <a:t>_price</a:t>
            </a:r>
            <a:endParaRPr lang="en-IN" dirty="0"/>
          </a:p>
        </p:txBody>
      </p:sp>
      <p:cxnSp>
        <p:nvCxnSpPr>
          <p:cNvPr id="27" name="Straight Arrow Connector 26"/>
          <p:cNvCxnSpPr>
            <a:endCxn id="29" idx="7"/>
          </p:cNvCxnSpPr>
          <p:nvPr/>
        </p:nvCxnSpPr>
        <p:spPr>
          <a:xfrm flipH="1">
            <a:off x="959226" y="2077586"/>
            <a:ext cx="681113" cy="328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-17409" y="2339241"/>
            <a:ext cx="1144199" cy="457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f_sets</a:t>
            </a:r>
            <a:endParaRPr lang="en-IN" dirty="0"/>
          </a:p>
        </p:txBody>
      </p:sp>
      <p:cxnSp>
        <p:nvCxnSpPr>
          <p:cNvPr id="31" name="Straight Arrow Connector 30"/>
          <p:cNvCxnSpPr>
            <a:endCxn id="32" idx="6"/>
          </p:cNvCxnSpPr>
          <p:nvPr/>
        </p:nvCxnSpPr>
        <p:spPr>
          <a:xfrm flipH="1" flipV="1">
            <a:off x="1031492" y="2033808"/>
            <a:ext cx="248935" cy="27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-17409" y="1823815"/>
            <a:ext cx="1048901" cy="4199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r>
              <a:rPr lang="en-US" dirty="0" smtClean="0"/>
              <a:t>_sets</a:t>
            </a:r>
            <a:endParaRPr lang="en-IN" dirty="0"/>
          </a:p>
        </p:txBody>
      </p:sp>
      <p:cxnSp>
        <p:nvCxnSpPr>
          <p:cNvPr id="35" name="Straight Arrow Connector 34"/>
          <p:cNvCxnSpPr>
            <a:stCxn id="4" idx="1"/>
            <a:endCxn id="36" idx="5"/>
          </p:cNvCxnSpPr>
          <p:nvPr/>
        </p:nvCxnSpPr>
        <p:spPr>
          <a:xfrm flipH="1" flipV="1">
            <a:off x="953903" y="1557680"/>
            <a:ext cx="294227" cy="266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3994" y="1126596"/>
            <a:ext cx="1077741" cy="50504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B_sets</a:t>
            </a:r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9005776" y="1509130"/>
            <a:ext cx="1998922" cy="5308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Customer</a:t>
            </a:r>
            <a:endParaRPr lang="en-IN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 flipV="1">
            <a:off x="8672714" y="1222967"/>
            <a:ext cx="357368" cy="306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260625" y="949538"/>
            <a:ext cx="1346364" cy="426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C_id</a:t>
            </a:r>
            <a:endParaRPr lang="en-IN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 flipV="1">
            <a:off x="9670544" y="1021291"/>
            <a:ext cx="91138" cy="460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0792136" y="2241134"/>
            <a:ext cx="1336578" cy="4366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C_name</a:t>
            </a:r>
            <a:endParaRPr lang="en-IN" dirty="0"/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10882083" y="1050818"/>
            <a:ext cx="157479" cy="43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0344778" y="528125"/>
            <a:ext cx="1847222" cy="4111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C_adhar no</a:t>
            </a:r>
            <a:endParaRPr lang="en-IN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9342650" y="2064468"/>
            <a:ext cx="213917" cy="295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7159361" y="1814522"/>
            <a:ext cx="1341426" cy="4583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C_email</a:t>
            </a:r>
            <a:endParaRPr lang="en-IN" dirty="0"/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10678901" y="2038159"/>
            <a:ext cx="103442" cy="333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7877248" y="2353862"/>
            <a:ext cx="1911172" cy="47346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C_password</a:t>
            </a:r>
            <a:endParaRPr lang="en-IN" dirty="0"/>
          </a:p>
        </p:txBody>
      </p:sp>
      <p:cxnSp>
        <p:nvCxnSpPr>
          <p:cNvPr id="87" name="Straight Arrow Connector 86"/>
          <p:cNvCxnSpPr/>
          <p:nvPr/>
        </p:nvCxnSpPr>
        <p:spPr>
          <a:xfrm flipH="1">
            <a:off x="8512343" y="1780165"/>
            <a:ext cx="442652" cy="307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8189018" y="418028"/>
            <a:ext cx="2136950" cy="5425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C_Contanct no</a:t>
            </a:r>
            <a:endParaRPr lang="en-IN" dirty="0"/>
          </a:p>
        </p:txBody>
      </p:sp>
      <p:sp>
        <p:nvSpPr>
          <p:cNvPr id="91" name="Rectangle 90"/>
          <p:cNvSpPr/>
          <p:nvPr/>
        </p:nvSpPr>
        <p:spPr>
          <a:xfrm>
            <a:off x="8762735" y="5127171"/>
            <a:ext cx="1997893" cy="500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Booking</a:t>
            </a:r>
            <a:endParaRPr lang="en-IN" dirty="0"/>
          </a:p>
        </p:txBody>
      </p:sp>
      <p:cxnSp>
        <p:nvCxnSpPr>
          <p:cNvPr id="93" name="Straight Arrow Connector 92"/>
          <p:cNvCxnSpPr>
            <a:endCxn id="94" idx="5"/>
          </p:cNvCxnSpPr>
          <p:nvPr/>
        </p:nvCxnSpPr>
        <p:spPr>
          <a:xfrm flipH="1" flipV="1">
            <a:off x="8450514" y="4468450"/>
            <a:ext cx="617416" cy="705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7538514" y="4161829"/>
            <a:ext cx="1068475" cy="3592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B_id</a:t>
            </a:r>
            <a:endParaRPr lang="en-IN" dirty="0"/>
          </a:p>
        </p:txBody>
      </p:sp>
      <p:cxnSp>
        <p:nvCxnSpPr>
          <p:cNvPr id="96" name="Straight Arrow Connector 95"/>
          <p:cNvCxnSpPr>
            <a:endCxn id="97" idx="4"/>
          </p:cNvCxnSpPr>
          <p:nvPr/>
        </p:nvCxnSpPr>
        <p:spPr>
          <a:xfrm flipH="1" flipV="1">
            <a:off x="9271500" y="4347006"/>
            <a:ext cx="22785" cy="780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606989" y="3987777"/>
            <a:ext cx="1329022" cy="3592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B_name</a:t>
            </a:r>
            <a:endParaRPr lang="en-IN" dirty="0"/>
          </a:p>
        </p:txBody>
      </p:sp>
      <p:sp>
        <p:nvSpPr>
          <p:cNvPr id="100" name="Oval 99"/>
          <p:cNvSpPr/>
          <p:nvPr/>
        </p:nvSpPr>
        <p:spPr>
          <a:xfrm>
            <a:off x="10715059" y="4232598"/>
            <a:ext cx="1302769" cy="3224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B_email</a:t>
            </a:r>
            <a:endParaRPr lang="en-IN" dirty="0"/>
          </a:p>
        </p:txBody>
      </p:sp>
      <p:cxnSp>
        <p:nvCxnSpPr>
          <p:cNvPr id="103" name="Straight Arrow Connector 102"/>
          <p:cNvCxnSpPr>
            <a:endCxn id="100" idx="3"/>
          </p:cNvCxnSpPr>
          <p:nvPr/>
        </p:nvCxnSpPr>
        <p:spPr>
          <a:xfrm flipV="1">
            <a:off x="10409866" y="4507860"/>
            <a:ext cx="495979" cy="601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91" idx="3"/>
          </p:cNvCxnSpPr>
          <p:nvPr/>
        </p:nvCxnSpPr>
        <p:spPr>
          <a:xfrm flipV="1">
            <a:off x="10760628" y="5312229"/>
            <a:ext cx="278934" cy="65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10930274" y="4972298"/>
            <a:ext cx="1390138" cy="44291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B_flight_name</a:t>
            </a:r>
            <a:endParaRPr lang="en-IN" dirty="0"/>
          </a:p>
        </p:txBody>
      </p:sp>
      <p:cxnSp>
        <p:nvCxnSpPr>
          <p:cNvPr id="108" name="Straight Arrow Connector 107"/>
          <p:cNvCxnSpPr/>
          <p:nvPr/>
        </p:nvCxnSpPr>
        <p:spPr>
          <a:xfrm>
            <a:off x="10678901" y="5645414"/>
            <a:ext cx="325797" cy="31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910457" y="6006489"/>
            <a:ext cx="1236578" cy="3326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B_from</a:t>
            </a:r>
            <a:endParaRPr lang="en-IN" dirty="0"/>
          </a:p>
        </p:txBody>
      </p:sp>
      <p:cxnSp>
        <p:nvCxnSpPr>
          <p:cNvPr id="111" name="Straight Arrow Connector 110"/>
          <p:cNvCxnSpPr>
            <a:endCxn id="112" idx="0"/>
          </p:cNvCxnSpPr>
          <p:nvPr/>
        </p:nvCxnSpPr>
        <p:spPr>
          <a:xfrm>
            <a:off x="10464601" y="5719339"/>
            <a:ext cx="47781" cy="556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9920456" y="6275586"/>
            <a:ext cx="1183851" cy="5087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B_to</a:t>
            </a:r>
            <a:endParaRPr lang="en-IN" dirty="0"/>
          </a:p>
        </p:txBody>
      </p:sp>
      <p:cxnSp>
        <p:nvCxnSpPr>
          <p:cNvPr id="114" name="Straight Arrow Connector 113"/>
          <p:cNvCxnSpPr/>
          <p:nvPr/>
        </p:nvCxnSpPr>
        <p:spPr>
          <a:xfrm>
            <a:off x="9556567" y="5689863"/>
            <a:ext cx="0" cy="385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8543784" y="6144729"/>
            <a:ext cx="1324240" cy="6396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B_travel_class</a:t>
            </a:r>
            <a:endParaRPr lang="en-IN" dirty="0"/>
          </a:p>
        </p:txBody>
      </p:sp>
      <p:cxnSp>
        <p:nvCxnSpPr>
          <p:cNvPr id="117" name="Straight Arrow Connector 116"/>
          <p:cNvCxnSpPr/>
          <p:nvPr/>
        </p:nvCxnSpPr>
        <p:spPr>
          <a:xfrm flipH="1">
            <a:off x="8375029" y="5679881"/>
            <a:ext cx="350954" cy="284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7163607" y="5967220"/>
            <a:ext cx="1348654" cy="5768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B_ticket_count</a:t>
            </a:r>
            <a:endParaRPr lang="en-IN" dirty="0"/>
          </a:p>
        </p:txBody>
      </p:sp>
      <p:cxnSp>
        <p:nvCxnSpPr>
          <p:cNvPr id="122" name="Straight Arrow Connector 121"/>
          <p:cNvCxnSpPr>
            <a:endCxn id="123" idx="6"/>
          </p:cNvCxnSpPr>
          <p:nvPr/>
        </p:nvCxnSpPr>
        <p:spPr>
          <a:xfrm flipH="1" flipV="1">
            <a:off x="8106922" y="5293131"/>
            <a:ext cx="652170" cy="45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6840004" y="5041375"/>
            <a:ext cx="1266918" cy="50351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B_date</a:t>
            </a:r>
            <a:endParaRPr lang="en-IN" dirty="0"/>
          </a:p>
        </p:txBody>
      </p:sp>
      <p:sp>
        <p:nvSpPr>
          <p:cNvPr id="132" name="Rectangle 131"/>
          <p:cNvSpPr/>
          <p:nvPr/>
        </p:nvSpPr>
        <p:spPr>
          <a:xfrm>
            <a:off x="1479586" y="4856529"/>
            <a:ext cx="1385555" cy="4469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US" dirty="0" smtClean="0"/>
              <a:t>iles</a:t>
            </a:r>
            <a:endParaRPr lang="en-IN" dirty="0"/>
          </a:p>
        </p:txBody>
      </p:sp>
      <p:cxnSp>
        <p:nvCxnSpPr>
          <p:cNvPr id="134" name="Straight Arrow Connector 133"/>
          <p:cNvCxnSpPr/>
          <p:nvPr/>
        </p:nvCxnSpPr>
        <p:spPr>
          <a:xfrm flipH="1">
            <a:off x="2830286" y="4649970"/>
            <a:ext cx="37317" cy="52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H="1" flipV="1">
            <a:off x="1626266" y="4329231"/>
            <a:ext cx="14072" cy="479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193310" y="3810997"/>
            <a:ext cx="2492274" cy="4552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payment_receipt</a:t>
            </a:r>
            <a:endParaRPr lang="en-IN" dirty="0"/>
          </a:p>
        </p:txBody>
      </p:sp>
      <p:cxnSp>
        <p:nvCxnSpPr>
          <p:cNvPr id="139" name="Straight Arrow Connector 138"/>
          <p:cNvCxnSpPr/>
          <p:nvPr/>
        </p:nvCxnSpPr>
        <p:spPr>
          <a:xfrm>
            <a:off x="1768728" y="5323906"/>
            <a:ext cx="37611" cy="620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511629" y="5944813"/>
            <a:ext cx="2427607" cy="6216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identity_proof</a:t>
            </a:r>
            <a:endParaRPr lang="en-IN" dirty="0"/>
          </a:p>
        </p:txBody>
      </p:sp>
      <p:cxnSp>
        <p:nvCxnSpPr>
          <p:cNvPr id="151" name="Straight Connector 150"/>
          <p:cNvCxnSpPr>
            <a:endCxn id="153" idx="0"/>
          </p:cNvCxnSpPr>
          <p:nvPr/>
        </p:nvCxnSpPr>
        <p:spPr>
          <a:xfrm>
            <a:off x="10068740" y="2087187"/>
            <a:ext cx="1" cy="9227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Flowchart: Decision 152"/>
          <p:cNvSpPr/>
          <p:nvPr/>
        </p:nvSpPr>
        <p:spPr>
          <a:xfrm>
            <a:off x="9556567" y="3009971"/>
            <a:ext cx="1024347" cy="62048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has</a:t>
            </a:r>
            <a:endParaRPr lang="en-IN" dirty="0"/>
          </a:p>
        </p:txBody>
      </p:sp>
      <p:cxnSp>
        <p:nvCxnSpPr>
          <p:cNvPr id="161" name="Straight Connector 160"/>
          <p:cNvCxnSpPr/>
          <p:nvPr/>
        </p:nvCxnSpPr>
        <p:spPr>
          <a:xfrm>
            <a:off x="10059332" y="3635748"/>
            <a:ext cx="10584" cy="14574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>
            <a:stCxn id="4" idx="3"/>
          </p:cNvCxnSpPr>
          <p:nvPr/>
        </p:nvCxnSpPr>
        <p:spPr>
          <a:xfrm>
            <a:off x="2364549" y="1823816"/>
            <a:ext cx="2345914" cy="92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>
            <a:endCxn id="199" idx="0"/>
          </p:cNvCxnSpPr>
          <p:nvPr/>
        </p:nvCxnSpPr>
        <p:spPr>
          <a:xfrm>
            <a:off x="4709507" y="1836472"/>
            <a:ext cx="20336" cy="14688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Flowchart: Decision 198"/>
          <p:cNvSpPr/>
          <p:nvPr/>
        </p:nvSpPr>
        <p:spPr>
          <a:xfrm>
            <a:off x="4071257" y="3305365"/>
            <a:ext cx="1317172" cy="83749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book</a:t>
            </a:r>
            <a:endParaRPr lang="en-IN" dirty="0"/>
          </a:p>
        </p:txBody>
      </p:sp>
      <p:cxnSp>
        <p:nvCxnSpPr>
          <p:cNvPr id="201" name="Straight Connector 200"/>
          <p:cNvCxnSpPr/>
          <p:nvPr/>
        </p:nvCxnSpPr>
        <p:spPr>
          <a:xfrm>
            <a:off x="4721073" y="4149852"/>
            <a:ext cx="0" cy="810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 flipH="1" flipV="1">
            <a:off x="4742844" y="4959605"/>
            <a:ext cx="4060700" cy="154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30" idx="3"/>
          </p:cNvCxnSpPr>
          <p:nvPr/>
        </p:nvCxnSpPr>
        <p:spPr>
          <a:xfrm flipH="1" flipV="1">
            <a:off x="5514009" y="5504234"/>
            <a:ext cx="3245083" cy="32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4272408" y="5063655"/>
            <a:ext cx="1241601" cy="88115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have</a:t>
            </a:r>
            <a:endParaRPr lang="en-IN" dirty="0"/>
          </a:p>
        </p:txBody>
      </p:sp>
      <p:cxnSp>
        <p:nvCxnSpPr>
          <p:cNvPr id="37" name="Straight Connector 36"/>
          <p:cNvCxnSpPr/>
          <p:nvPr/>
        </p:nvCxnSpPr>
        <p:spPr>
          <a:xfrm flipH="1">
            <a:off x="3520533" y="5492720"/>
            <a:ext cx="8382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3520533" y="5080002"/>
            <a:ext cx="0" cy="4127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endCxn id="132" idx="3"/>
          </p:cNvCxnSpPr>
          <p:nvPr/>
        </p:nvCxnSpPr>
        <p:spPr>
          <a:xfrm flipH="1" flipV="1">
            <a:off x="2865141" y="5080003"/>
            <a:ext cx="655392" cy="13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1323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183994579"/>
              </p:ext>
            </p:extLst>
          </p:nvPr>
        </p:nvGraphicFramePr>
        <p:xfrm>
          <a:off x="5409919" y="516123"/>
          <a:ext cx="5731510" cy="5676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1102242" y="2397840"/>
            <a:ext cx="6096000" cy="12093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en-US" sz="3200" b="1" u="sng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DFD    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200" b="1" u="sn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 level </a:t>
            </a:r>
            <a:r>
              <a:rPr lang="en-US" sz="3200" b="1" u="sng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 :-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552663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5"/>
          <p:cNvSpPr>
            <a:spLocks noChangeArrowheads="1"/>
          </p:cNvSpPr>
          <p:nvPr/>
        </p:nvSpPr>
        <p:spPr bwMode="auto">
          <a:xfrm>
            <a:off x="6268244" y="2518092"/>
            <a:ext cx="1714500" cy="1790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Airline </a:t>
            </a:r>
            <a:r>
              <a:rPr kumimoji="0" lang="en-US" altLang="en-US" sz="1600" b="1" i="1" u="sng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ReservationSystem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11"/>
          <p:cNvSpPr>
            <a:spLocks noChangeArrowheads="1"/>
          </p:cNvSpPr>
          <p:nvPr/>
        </p:nvSpPr>
        <p:spPr bwMode="auto">
          <a:xfrm>
            <a:off x="8878094" y="3080067"/>
            <a:ext cx="2438400" cy="6667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 Customer Report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8878094" y="4134848"/>
            <a:ext cx="2419350" cy="638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User Login Details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13"/>
          <p:cNvSpPr>
            <a:spLocks noChangeArrowheads="1"/>
          </p:cNvSpPr>
          <p:nvPr/>
        </p:nvSpPr>
        <p:spPr bwMode="auto">
          <a:xfrm>
            <a:off x="8954860" y="5263924"/>
            <a:ext cx="2390775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Generate System User Report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3265714" y="5117147"/>
            <a:ext cx="2362200" cy="61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user Management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16"/>
          <p:cNvSpPr>
            <a:spLocks noChangeArrowheads="1"/>
          </p:cNvSpPr>
          <p:nvPr/>
        </p:nvSpPr>
        <p:spPr bwMode="auto">
          <a:xfrm>
            <a:off x="3241902" y="828675"/>
            <a:ext cx="2428875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Airline Management </a:t>
            </a: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17"/>
          <p:cNvSpPr>
            <a:spLocks noChangeArrowheads="1"/>
          </p:cNvSpPr>
          <p:nvPr/>
        </p:nvSpPr>
        <p:spPr bwMode="auto">
          <a:xfrm>
            <a:off x="3235778" y="1828800"/>
            <a:ext cx="2352675" cy="5619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Ticket Management</a:t>
            </a:r>
          </a:p>
        </p:txBody>
      </p:sp>
      <p:sp>
        <p:nvSpPr>
          <p:cNvPr id="38" name="Rectangle 18"/>
          <p:cNvSpPr>
            <a:spLocks noChangeArrowheads="1"/>
          </p:cNvSpPr>
          <p:nvPr/>
        </p:nvSpPr>
        <p:spPr bwMode="auto">
          <a:xfrm>
            <a:off x="3265714" y="3903288"/>
            <a:ext cx="2381250" cy="6667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Login Management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19"/>
          <p:cNvSpPr>
            <a:spLocks noChangeArrowheads="1"/>
          </p:cNvSpPr>
          <p:nvPr/>
        </p:nvSpPr>
        <p:spPr bwMode="auto">
          <a:xfrm>
            <a:off x="3197281" y="2780029"/>
            <a:ext cx="2415099" cy="762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i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 Management</a:t>
            </a: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Management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0" name="Straight Arrow Connector 39"/>
          <p:cNvCxnSpPr>
            <a:endCxn id="32" idx="1"/>
          </p:cNvCxnSpPr>
          <p:nvPr/>
        </p:nvCxnSpPr>
        <p:spPr>
          <a:xfrm>
            <a:off x="8014154" y="3275626"/>
            <a:ext cx="863940" cy="13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7982744" y="3275626"/>
            <a:ext cx="895350" cy="103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34" idx="1"/>
          </p:cNvCxnSpPr>
          <p:nvPr/>
        </p:nvCxnSpPr>
        <p:spPr>
          <a:xfrm>
            <a:off x="7989378" y="3261633"/>
            <a:ext cx="965482" cy="2297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51" idx="1"/>
          </p:cNvCxnSpPr>
          <p:nvPr/>
        </p:nvCxnSpPr>
        <p:spPr>
          <a:xfrm flipV="1">
            <a:off x="7982744" y="2289493"/>
            <a:ext cx="939459" cy="1000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7982744" y="1279525"/>
            <a:ext cx="895350" cy="1982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5714886" y="1279525"/>
            <a:ext cx="553358" cy="1996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37" idx="3"/>
          </p:cNvCxnSpPr>
          <p:nvPr/>
        </p:nvCxnSpPr>
        <p:spPr>
          <a:xfrm flipH="1" flipV="1">
            <a:off x="5588453" y="2109788"/>
            <a:ext cx="679791" cy="1151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5" idx="3"/>
          </p:cNvCxnSpPr>
          <p:nvPr/>
        </p:nvCxnSpPr>
        <p:spPr>
          <a:xfrm flipH="1">
            <a:off x="5627914" y="3237527"/>
            <a:ext cx="618276" cy="2189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38" idx="3"/>
          </p:cNvCxnSpPr>
          <p:nvPr/>
        </p:nvCxnSpPr>
        <p:spPr>
          <a:xfrm flipH="1">
            <a:off x="5646964" y="3237527"/>
            <a:ext cx="599395" cy="999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9" idx="3"/>
          </p:cNvCxnSpPr>
          <p:nvPr/>
        </p:nvCxnSpPr>
        <p:spPr>
          <a:xfrm flipH="1" flipV="1">
            <a:off x="5612380" y="3161325"/>
            <a:ext cx="649230" cy="100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36"/>
          <p:cNvSpPr>
            <a:spLocks noChangeArrowheads="1"/>
          </p:cNvSpPr>
          <p:nvPr/>
        </p:nvSpPr>
        <p:spPr bwMode="auto">
          <a:xfrm>
            <a:off x="8912678" y="843643"/>
            <a:ext cx="2438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 Airline Report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 38"/>
          <p:cNvSpPr>
            <a:spLocks noChangeArrowheads="1"/>
          </p:cNvSpPr>
          <p:nvPr/>
        </p:nvSpPr>
        <p:spPr bwMode="auto">
          <a:xfrm>
            <a:off x="8922203" y="2018030"/>
            <a:ext cx="2419350" cy="542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 Ticket Report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Rectangle 6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3" name="Rectangle 65"/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Rectangle 74"/>
          <p:cNvSpPr>
            <a:spLocks noChangeArrowheads="1"/>
          </p:cNvSpPr>
          <p:nvPr/>
        </p:nvSpPr>
        <p:spPr bwMode="auto">
          <a:xfrm>
            <a:off x="0" y="735196"/>
            <a:ext cx="184731" cy="81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sng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76"/>
          <p:cNvSpPr>
            <a:spLocks noChangeArrowheads="1"/>
          </p:cNvSpPr>
          <p:nvPr/>
        </p:nvSpPr>
        <p:spPr bwMode="auto">
          <a:xfrm>
            <a:off x="0" y="1361673"/>
            <a:ext cx="193514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33550" algn="l"/>
              </a:tabLst>
            </a:pP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33550" algn="l"/>
              </a:tabLs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22401" y="2685710"/>
            <a:ext cx="20002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First Level Diagram:-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 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262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77926" y="3019647"/>
            <a:ext cx="9367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" t="4786" r="1730" b="8630"/>
          <a:stretch/>
        </p:blipFill>
        <p:spPr>
          <a:xfrm>
            <a:off x="7070650" y="2107755"/>
            <a:ext cx="5029201" cy="25624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9973" y="2327150"/>
            <a:ext cx="54757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This is login Selection page in  which we give two options for login.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First one is Customer login in which customer login in our application.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Second one is Admin login this is login used for administration  purpose</a:t>
            </a:r>
            <a:r>
              <a:rPr lang="en-US" dirty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21195" y="607345"/>
            <a:ext cx="7464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i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</a:t>
            </a:r>
            <a:endParaRPr lang="en-IN" sz="4400" b="1" i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07811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4" t="8575" r="5683" b="7549"/>
          <a:stretch/>
        </p:blipFill>
        <p:spPr>
          <a:xfrm>
            <a:off x="8070111" y="988828"/>
            <a:ext cx="4040373" cy="43380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1479" y="2142206"/>
            <a:ext cx="61668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It is Customer Login page 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This screen is used for data security purpose . The login screen is used for authentication purpose. The login screen asks the user to enter the Email and password.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If  the customer does not know the password , he can forget the password.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If Customer  don’t have account then he/she sign up in this application.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1340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3101" r="8898" b="1276"/>
          <a:stretch/>
        </p:blipFill>
        <p:spPr>
          <a:xfrm>
            <a:off x="8282493" y="871870"/>
            <a:ext cx="3796094" cy="48165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604977"/>
            <a:ext cx="5539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If you see an “Invalid Information” error when logging in ,it means something is wrong  with the details you entered.</a:t>
            </a:r>
          </a:p>
        </p:txBody>
      </p:sp>
    </p:spTree>
    <p:extLst>
      <p:ext uri="{BB962C8B-B14F-4D97-AF65-F5344CB8AC3E}">
        <p14:creationId xmlns:p14="http://schemas.microsoft.com/office/powerpoint/2010/main" val="19605403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80" t="10794" r="14318" b="15992"/>
          <a:stretch/>
        </p:blipFill>
        <p:spPr>
          <a:xfrm>
            <a:off x="7953152" y="1360968"/>
            <a:ext cx="4072271" cy="3444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3228" y="2636874"/>
            <a:ext cx="55501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It is Administration login.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This login specified  for a administration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9420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4" t="2946" r="7968" b="3565"/>
          <a:stretch/>
        </p:blipFill>
        <p:spPr>
          <a:xfrm>
            <a:off x="8098465" y="467832"/>
            <a:ext cx="3912781" cy="55395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9822" y="2775948"/>
            <a:ext cx="6124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A Customer Registration Form typically collects essential details about a customer for record-keeping, communication , and service purposes.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926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" r="4109" b="465"/>
          <a:stretch/>
        </p:blipFill>
        <p:spPr>
          <a:xfrm>
            <a:off x="8272130" y="329609"/>
            <a:ext cx="3817090" cy="61668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5638" y="2489720"/>
            <a:ext cx="5603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Flight Details typically include essential information about  a scheduled flight.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This page  can only be accessed by admins.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5351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6" t="2015" r="4070" b="1705"/>
          <a:stretch/>
        </p:blipFill>
        <p:spPr>
          <a:xfrm>
            <a:off x="8995144" y="489098"/>
            <a:ext cx="3040912" cy="58798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75367" y="2573078"/>
            <a:ext cx="5613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This Form  a used for flight ticket booking in which customer can book the flight ticket.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Booking  an airline ticket involves several essential details to ensure a smooth travel experience. 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3154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6577" y="2296632"/>
            <a:ext cx="68686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 smtClean="0">
                <a:solidFill>
                  <a:schemeClr val="bg1"/>
                </a:solidFill>
              </a:rPr>
              <a:t>Thank </a:t>
            </a:r>
            <a:r>
              <a:rPr lang="en-US" sz="6000" b="1" u="sng" dirty="0" smtClean="0">
                <a:solidFill>
                  <a:schemeClr val="bg1"/>
                </a:solidFill>
              </a:rPr>
              <a:t>you</a:t>
            </a:r>
            <a:endParaRPr lang="en-IN" sz="60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0987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484</TotalTime>
  <Words>587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73</cp:revision>
  <dcterms:created xsi:type="dcterms:W3CDTF">2025-02-03T08:34:33Z</dcterms:created>
  <dcterms:modified xsi:type="dcterms:W3CDTF">2025-03-21T05:31:31Z</dcterms:modified>
</cp:coreProperties>
</file>